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it-IT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EduMitra AI
Rajasthan AI Student Assistance Chatbot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Problem Statement ID - [SIH2025-EDTECH-03]
Problem Statement Title - Rajasthan AI Student Assistance Chatbot
Theme - Smart Education / EdTech
PS Category - Software
Team ID - [Your Team ID]
Team Name - Endeavours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13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EduMitra AI - Centralized AI Student Assistant for Rajasthan Admissions
â€¢ Multilingual AI Chatbot (Hindi / English / Voice): Answers natural language queries regarding REAP/DTE cutoffs, fees, hostels, eligibility and scholarships.
â€¢ Smart College Recommendation Engine: Suggests optimal engineering and polytechnic colleges based on student REAP rank, category, branch, and budget.
â€¢ Side-by-Side College Comparison: Evaluates institutions across placements, infrastructure, NAAC grade, and fee structures.
â€¢ Scholarship and Welfare Finder: Automatically maps eligible state (CM Higher Education) and central scholarships.
â€¢ 80%+ Reduction in Staff Workload: Automates repetitive admission office inquiries for all Rajasthan technical institutes.</a:t>
            </a:r>
            <a:endParaRPr lang="en-US" sz="13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EduMitra AI - Centralized AI Student Assistant for Rajasthan Admissions
â€¢ Multilingual AI Chatbot (Hindi / English / Voice): Answers natural language queries regarding REAP/DTE cutoffs, fees, hostels, eligibility and scholarships.
â€¢ Smart College Recommendation Engine: Suggests optimal engineering and polytechnic colleges based on student REAP rank, category, branch, and budget.
â€¢ Side-by-Side College Comparison: Evaluates institutions across placements, infrastructure, NAAC grade, and fee structures.
â€¢ Scholarship and Welfare Finder: Automatically maps eligible state (CM Higher Education) and central scholarships.
â€¢ 80%+ Reduction in Staff Workload: Automates repetitive admission office inquiries for all Rajasthan technical institutes.</a:t>
            </a:r>
            <a:endParaRPr 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308D98-0531-7704-ECAB-608D5F77F35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78000"/>
            <a:ext cx="57150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AND SYSTEM ARCHITECTURE
â€¢ Multilingual NLP and Voice Core: Bhashini API + Llama 3 for real-time Hindi/English voice and text Q and A.
â€¢ RAG (Retrieval-Augmented Generation): Vector DB (ChromaDB) indexing official REAP/DTE seat matrix and cutoff rulebooks.
â€¢ Tech Stack: React.js (Frontend PWA), Python FastAPI (AI Microservices), Node.js (Backend Gateway), PostgreSQL (College DB).
â€¢ High Accuracy and Zero Hallucination: Strict RAG grounding with source document citations.</a:t>
            </a:r>
            <a:endParaRPr lang="en-US" sz="13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AAE0F-2AE6-DDBA-8B9B-5FE5204D7C0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78000"/>
            <a:ext cx="57150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 VIABILITY AND RISK MITIGATION
FEASIBILITY AND PRACTICALITY:
â€¢ High Technical Feasibility: Built on open-source Llama 3 + RAG requiring lightweight server infrastructure.
â€¢ High Accessibility: Works via Web PWA and WhatsApp Bot for low-bandwidth rural access across Rajasthan.
RISKS AND STRATEGIES:
â€¢ Challenge: Dynamic yearly REAP cutoff and seat updates -&gt; Strategy: Automated admin verification pipeline for DTE data.
â€¢ Challenge: Rural accessibility and low digital literacy -&gt; Strategy: Voice-based search in Hindi and regional dialects.
â€¢ Challenge: Information Accuracy -&gt; Strategy: Verified source linking to official DTE Rajasthan portals.</a:t>
            </a:r>
            <a:endParaRPr lang="en-US" sz="13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IMPACT, BENEFITS AND SUSTAINABILITY MODEL
IMPACT AND BENEFITS:
â€¢ For Students and Parents: Transparent, instant, 24/7 admission guidance without travel or middleman fees.
â€¢ For Colleges and Staff: 80% decrease in repetitive inquiry calls/emails; automated query routing.
â€¢ For Govt and DTE Rajasthan: Digitized student counselling; higher awareness of govt scholarships.
SUSTAINABILITY AND EXPANSION:
â€¢ State Adoption: Direct deployment with DTE Rajasthan and REAP counselling portal.
â€¢ Scalability: Extendable to ITI, Medical (NEET), and University admissions across other Indian states.</a:t>
            </a:r>
            <a:endParaRPr lang="en-US" sz="13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812</Words>
  <Application>Microsoft Office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EduMitra AI - Centralized AI Student Assistant for Rajasthan Admissions
â€¢ Multilingual AI Chatbot (Hindi / English / Voice): Answers natural language queries regarding REAP/DTE cutoffs, fees, hostels, eligibility and scholarships.
â€¢ Smart College Recommendation Engine: Suggests optimal engineering and polytechnic colleges based on student REAP rank, category, branch, and budget.
â€¢ Side-by-Side College Comparison: Evaluates institutions across placements, infrastructure, NAAC grade, and fee structures.
â€¢ Scholarship and Welfare Finder: Automatically maps eligible state (CM Higher Education) and central scholarships.
â€¢ 80%+ Reduction in Staff Workload: Automates repetitive admission office inquiries for all Rajasthan technical institutes.</vt:lpstr>
      <vt:lpstr>TECHNICAL APPROACH AND SYSTEM ARCHITECTURE
â€¢ Multilingual NLP and Voice Core: Bhashini API + Llama 3 for real-time Hindi/English voice and text Q and A.
â€¢ RAG (Retrieval-Augmented Generation): Vector DB (ChromaDB) indexing official REAP/DTE seat matrix and cutoff rulebooks.
â€¢ Tech Stack: React.js (Frontend PWA), Python FastAPI (AI Microservices), Node.js (Backend Gateway), PostgreSQL (College DB).
â€¢ High Accuracy and Zero Hallucination: Strict RAG grounding with source document citations.</vt:lpstr>
      <vt:lpstr>FEASIBILITY, VIABILITY AND RISK MITIGATION
FEASIBILITY AND PRACTICALITY:
â€¢ High Technical Feasibility: Built on open-source Llama 3 + RAG requiring lightweight server infrastructure.
â€¢ High Accessibility: Works via Web PWA and WhatsApp Bot for low-bandwidth rural access across Rajasthan.
RISKS AND STRATEGIES:
â€¢ Challenge: Dynamic yearly REAP cutoff and seat updates -&gt; Strategy: Automated admin verification pipeline for DTE data.
â€¢ Challenge: Rural accessibility and low digital literacy -&gt; Strategy: Voice-based search in Hindi and regional dialects.
â€¢ Challenge: Information Accuracy -&gt; Strategy: Verified source linking to official DTE Rajasthan portals.</vt:lpstr>
      <vt:lpstr>IMPACT, BENEFITS AND SUSTAINABILITY MODEL
IMPACT AND BENEFITS:
â€¢ For Students and Parents: Transparent, instant, 24/7 admission guidance without travel or middleman fees.
â€¢ For Colleges and Staff: 80% decrease in repetitive inquiry calls/emails; automated query routing.
â€¢ For Govt and DTE Rajasthan: Digitized student counselling; higher awareness of govt scholarships.
SUSTAINABILITY AND EXPANSION:
â€¢ State Adoption: Direct deployment with DTE Rajasthan and REAP counselling portal.
â€¢ Scalability: Extendable to ITI, Medical (NEET), and University admissions across other Indian states.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Himanshu wankhade</cp:lastModifiedBy>
  <cp:revision>148</cp:revision>
  <dcterms:created xsi:type="dcterms:W3CDTF">2013-12-12T18:46:50Z</dcterms:created>
  <dcterms:modified xsi:type="dcterms:W3CDTF">2026-08-18T10:20:55Z</dcterms:modified>
  <cp:category/>
</cp:coreProperties>
</file>