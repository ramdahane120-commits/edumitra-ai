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F1553-6C57-713F-3A41-E3D59CA47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5C38F-18B9-21F5-CC87-F1DE1953E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8FCF6-685D-ED4D-3B10-0F25B529B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09B2-C8CB-4259-88B3-6205462B577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410EE-64AE-CD97-B2DE-85093EE97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21F3D-9996-2ACF-C3E3-DCEC02F7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7365-27F7-4031-8A13-8945DD3C0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918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7AAF2-085E-FEB4-E6BE-4BE8587B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2AB82-5784-BB7A-03F3-164A585A0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C98E9-A7B9-B5B7-58F1-F793BA6D2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09B2-C8CB-4259-88B3-6205462B577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B81BE-E971-AA84-11DE-5F50CB92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2E7F5-1F6C-7244-844C-7754BE9C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7365-27F7-4031-8A13-8945DD3C0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02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1DF34-56B4-24FB-41F3-DB13CAF44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1BF2E-447F-BFE0-3709-45D8BDE15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0671B-CD70-2844-D702-C794FFFA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09B2-C8CB-4259-88B3-6205462B577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16988-245F-02A9-2418-B065A965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E0E94-3AED-3895-1AB5-DDEA822A3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7365-27F7-4031-8A13-8945DD3C0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611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3B785-6307-3377-9432-7300D540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6EE8-DC52-43D1-0E98-FD3D6807D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A40AA-BFAF-CF14-6EDA-336955C1F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B18E8-4865-E192-A2BA-D542BB79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09B2-C8CB-4259-88B3-6205462B577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88D46-0C05-42BC-AEC6-A8C2A2737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BB93D-A1E6-3707-4C59-6105E151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7365-27F7-4031-8A13-8945DD3C0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920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EB6F-288A-6703-EA8B-0E015717C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5C783-8482-F879-0B18-48B014537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24657-AB76-A034-A9F4-2277815EE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5E6A2B-B717-350A-7D05-E89895C5A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E8EA07-492C-AB72-DADF-262AE3463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6795F9-E4CA-5722-1723-A1C04EE1D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09B2-C8CB-4259-88B3-6205462B577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3DF4E-3AAC-93CA-5280-10B757473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015EF-5F0D-DAF3-2F85-90BFBDA0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7365-27F7-4031-8A13-8945DD3C0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338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CFB6-63D6-2823-7BC4-6C8D5B3F0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F48A14-23FC-992F-56FA-43F4BEFD0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09B2-C8CB-4259-88B3-6205462B577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593E8-1284-1D2C-EA48-5CEB6113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D81-8E08-D4C0-5AC3-55D7A5803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7365-27F7-4031-8A13-8945DD3C0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15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ACA3A8-A5C3-53C1-A708-E9E3B6E77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09B2-C8CB-4259-88B3-6205462B577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A50C6-049C-2B9C-E711-BF2F0C6C2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572D1-4B1B-9E1E-00DB-A80351A3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7365-27F7-4031-8A13-8945DD3C0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56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E48B-912E-CBE4-708C-02162AC30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47227-C9AD-D00E-C9AE-9BBD818B8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6D3ED-384F-3772-595E-72B086578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71F4D-2212-1AA4-4399-BA9A63648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09B2-C8CB-4259-88B3-6205462B577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807CC-9F69-F4FB-7EF3-FEED080E5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B3ACE-FA3F-C4E8-2141-031DAC5C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7365-27F7-4031-8A13-8945DD3C0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87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9740F-ACCF-4D11-8F11-5E501822A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0B4960-AF7C-47AD-6FBA-E8558F8C1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77CAD-270F-EB58-864E-552957B99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97202-54D5-5ED3-5145-6838D934F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09B2-C8CB-4259-88B3-6205462B577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D9229-E79F-504F-DA43-4860AF7C1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87F9B-4A49-23F7-9E17-E1A57AE72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7365-27F7-4031-8A13-8945DD3C0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30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B649-982A-565E-A8B1-8F8C72B59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773EF-95BE-08D9-F82D-2D19FB72F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53EBB-2086-98B2-6E3B-2F97F9DAF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09B2-C8CB-4259-88B3-6205462B577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33D34-4B2C-9E2A-0992-4615E57C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4DFFC-ED6A-900A-3696-7A17BDAB2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7365-27F7-4031-8A13-8945DD3C0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12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51F8D-8C68-3DFB-BF9E-866AEDE58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D1601C-11F9-CA85-7A09-08934C537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9233B-ADE0-67FE-2210-C971C7D35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09B2-C8CB-4259-88B3-6205462B577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15455-8A12-07E5-A571-225C1982D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19B75-4DE6-1836-4292-7264FB72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07365-27F7-4031-8A13-8945DD3C0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837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0FA5FF-F50B-F3F6-B02A-0FBB2654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3058C-DAC3-DB59-20D8-A4B39B303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4C6AF-335F-EE1D-87DB-25F19ED396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4409B2-C8CB-4259-88B3-6205462B577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EDDE5-45A1-B07A-3870-124D44267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62544-E37B-50E9-32A5-9EF432988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07365-27F7-4031-8A13-8945DD3C0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080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5CE916-30B4-8926-F970-8AA6A78B189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459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93B594-34DF-98ED-7862-8965FD9D0BC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362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9F4676-9FE1-ADC4-023D-8F8B51F954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574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4DA174-91C6-6D63-90B7-6ACC57FDB7B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216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403D4D-FD35-2B00-0DD2-66C2D3F0C3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66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1ADE03-F87F-E49E-ADFC-F9BAF3B3B81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072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Himanshu wankhade</dc:creator>
  <cp:lastModifiedBy>Himanshu wankhade</cp:lastModifiedBy>
  <cp:revision>1</cp:revision>
  <dcterms:created xsi:type="dcterms:W3CDTF">2026-08-18T10:27:18Z</dcterms:created>
  <dcterms:modified xsi:type="dcterms:W3CDTF">2026-08-18T10:27:18Z</dcterms:modified>
</cp:coreProperties>
</file>